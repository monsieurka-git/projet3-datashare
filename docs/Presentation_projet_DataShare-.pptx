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7" d="100"/>
          <a:sy n="157" d="100"/>
        </p:scale>
        <p:origin x="41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60445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303520"/>
            <a:ext cx="12191695" cy="1554480"/>
          </a:xfrm>
          <a:prstGeom prst="rect">
            <a:avLst/>
          </a:prstGeom>
          <a:solidFill>
            <a:srgbClr val="C45C42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01168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DataShare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731520" y="30175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D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Partage de fichiers temporaire — démonstration fonctionnelle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56692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 ·  Parcours US  ·  Sécurité  ·  Qualité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6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657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11887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Problème &amp; proposition de valeur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7373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Architecture technique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2860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Modèle de données &amp; API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8346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Démonstration des parcours (US01–US07)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33832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Sécurité et gestion des accès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39319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Qualité, tests et maintenance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31520" y="44805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Installation et exécution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31520" y="50292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Conclusion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DataShare  ·  Démonstration fonctionnelle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6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657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Problème &amp; valeur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5303520" cy="438912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/>
          <a:effectLst>
            <a:outerShdw blurRad="1016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4173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Besoin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2011680"/>
            <a:ext cx="47548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Envoyer un fichier volumineux rapidement, sans créer de compte pour le destinataire, avec une durée de vie limitée et une protection optionnelle.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309360" y="1188720"/>
            <a:ext cx="5303520" cy="438912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/>
          <a:effectLst>
            <a:outerShdw blurRad="1016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83680" y="14173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DataShare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583680" y="2011680"/>
            <a:ext cx="47548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Lien unique • Expiration 1–7 jours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 de passe fichier optionnel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anonyme ou compte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Historique &amp; suppression pour le propriétaire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DataShare  ·  Démonstration fonctionnelle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6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200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3383280" cy="292608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/>
          <a:effectLst>
            <a:outerShdw blurRad="1016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280160"/>
            <a:ext cx="3383280" cy="13716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6459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22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2286000"/>
            <a:ext cx="29260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  :4200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· Guard · Interceptor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297680" y="1280160"/>
            <a:ext cx="3383280" cy="292608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/>
          <a:effectLst>
            <a:outerShdw blurRad="1016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297680" y="1280160"/>
            <a:ext cx="3383280" cy="13716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11" name="Text 9"/>
          <p:cNvSpPr/>
          <p:nvPr/>
        </p:nvSpPr>
        <p:spPr>
          <a:xfrm>
            <a:off x="4526280" y="16459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26280" y="2286000"/>
            <a:ext cx="29260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 :8080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· Services · Jobs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046720" y="1280160"/>
            <a:ext cx="3383280" cy="292608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/>
          <a:effectLst>
            <a:outerShdw blurRad="1016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046720" y="1280160"/>
            <a:ext cx="3383280" cy="13716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15" name="Text 13"/>
          <p:cNvSpPr/>
          <p:nvPr/>
        </p:nvSpPr>
        <p:spPr>
          <a:xfrm>
            <a:off x="8275320" y="16459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+ FS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275320" y="2286000"/>
            <a:ext cx="29260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Métadonnées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Binaires uploads/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8640" y="4572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HTTP/JSON  ·  Auth Bearer JWT  ·  CORS restreint au front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DataShare  ·  Démonstration fonctionnelle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6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200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Démonstration — parcours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2148840" cy="320040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9202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94360" y="2560320"/>
            <a:ext cx="1874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Inscription / Login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94360" y="393192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US03 · US04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88920" y="1645920"/>
            <a:ext cx="2148840" cy="320040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926080" y="19202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926080" y="2560320"/>
            <a:ext cx="1874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+ options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926080" y="393192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US01 · US09 · US10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120640" y="1645920"/>
            <a:ext cx="2148840" cy="320040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257800" y="19202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257800" y="2560320"/>
            <a:ext cx="1874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Lien de download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257800" y="393192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US02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452360" y="1645920"/>
            <a:ext cx="2148840" cy="320040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589520" y="19202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7589520" y="2560320"/>
            <a:ext cx="1874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fichiers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589520" y="393192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US05 · US06 · US08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784080" y="1645920"/>
            <a:ext cx="2148840" cy="320040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921240" y="19202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9921240" y="2560320"/>
            <a:ext cx="1874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anonyme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921240" y="393192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US07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DataShare  ·  Démonstration fonctionnelle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6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200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 &amp; accès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1106424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097280"/>
            <a:ext cx="109728" cy="100584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234440"/>
            <a:ext cx="10424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Authentification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160020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signé HMAC · BCrypt mots de passe · session stateless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240280"/>
            <a:ext cx="1106424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2240280"/>
            <a:ext cx="109728" cy="100584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2377440"/>
            <a:ext cx="10424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Autorisation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14400" y="274320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Propriétaire uniquement pour liste / suppression / tags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3383280"/>
            <a:ext cx="1106424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548640" y="3383280"/>
            <a:ext cx="109728" cy="100584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3520440"/>
            <a:ext cx="10424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Liens publics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14400" y="388620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non prédictible · expiration · mdp fichier optionnel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4526280"/>
            <a:ext cx="1106424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</p:spPr>
      </p:sp>
      <p:sp>
        <p:nvSpPr>
          <p:cNvPr id="18" name="Shape 16"/>
          <p:cNvSpPr/>
          <p:nvPr/>
        </p:nvSpPr>
        <p:spPr>
          <a:xfrm>
            <a:off x="548640" y="4526280"/>
            <a:ext cx="109728" cy="100584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4663440"/>
            <a:ext cx="10424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14400" y="502920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1 Go · extensions interdites · validation serveur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DataShare  ·  Démonstration fonctionnelle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6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200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Qualité, tests, maintenance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2743200" cy="3200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7373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468880"/>
            <a:ext cx="23774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JUnit 5 · Mockito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JaCoCo ≥ 75 %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429000" y="1371600"/>
            <a:ext cx="2743200" cy="3200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11880" y="17373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611880" y="2468880"/>
            <a:ext cx="23774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Vitest / ng test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Auth &amp; File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309360" y="1371600"/>
            <a:ext cx="2743200" cy="3200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92240" y="17373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492240" y="2468880"/>
            <a:ext cx="23774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Cypress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Parcours US critiques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9189720" y="1371600"/>
            <a:ext cx="2743200" cy="3200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372600" y="17373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372600" y="2468880"/>
            <a:ext cx="23774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· SECURITY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 · MAINTENANCE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DataShare  ·  Démonstration fonctionnelle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6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200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Installation &amp; exécution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11064240" cy="4572000"/>
          </a:xfrm>
          <a:prstGeom prst="roundRect">
            <a:avLst>
              <a:gd name="adj" fmla="val 2400"/>
            </a:avLst>
          </a:prstGeom>
          <a:solidFill>
            <a:srgbClr val="2B2B2B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371600"/>
            <a:ext cx="1042416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5E6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1. Base de données</a:t>
            </a:r>
          </a:p>
          <a:p>
            <a:r>
              <a:rPr lang="fr-FR" sz="1600" dirty="0">
                <a:solidFill>
                  <a:srgbClr val="F5E6DE"/>
                </a:solidFill>
                <a:latin typeface="Consolas" pitchFamily="34" charset="0"/>
              </a:rPr>
              <a:t>Installation de PostgreSQL 18.4</a:t>
            </a:r>
          </a:p>
          <a:p>
            <a:r>
              <a:rPr lang="fr-FR" sz="1600" dirty="0" err="1">
                <a:solidFill>
                  <a:srgbClr val="F5E6DE"/>
                </a:solidFill>
                <a:latin typeface="Consolas" pitchFamily="34" charset="0"/>
              </a:rPr>
              <a:t>psql</a:t>
            </a:r>
            <a:r>
              <a:rPr lang="fr-FR" sz="1600" dirty="0">
                <a:solidFill>
                  <a:srgbClr val="F5E6DE"/>
                </a:solidFill>
                <a:latin typeface="Consolas" pitchFamily="34" charset="0"/>
              </a:rPr>
              <a:t> -U </a:t>
            </a:r>
            <a:r>
              <a:rPr lang="fr-FR" sz="1600" dirty="0" err="1">
                <a:solidFill>
                  <a:srgbClr val="F5E6DE"/>
                </a:solidFill>
                <a:latin typeface="Consolas" pitchFamily="34" charset="0"/>
              </a:rPr>
              <a:t>postgres</a:t>
            </a:r>
            <a:r>
              <a:rPr lang="fr-FR" sz="1600" dirty="0">
                <a:solidFill>
                  <a:srgbClr val="F5E6DE"/>
                </a:solidFill>
                <a:latin typeface="Consolas" pitchFamily="34" charset="0"/>
              </a:rPr>
              <a:t> -d </a:t>
            </a:r>
            <a:r>
              <a:rPr lang="fr-FR" sz="1600" dirty="0" err="1">
                <a:solidFill>
                  <a:srgbClr val="F5E6DE"/>
                </a:solidFill>
                <a:latin typeface="Consolas" pitchFamily="34" charset="0"/>
              </a:rPr>
              <a:t>datashare</a:t>
            </a:r>
            <a:endParaRPr lang="fr-FR" sz="1600" dirty="0">
              <a:solidFill>
                <a:srgbClr val="F5E6DE"/>
              </a:solidFill>
              <a:latin typeface="Consolas" pitchFamily="34" charset="0"/>
            </a:endParaRP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5E6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2. Backend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5E6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datashare_backend &amp;&amp; ./mvnw spring-boot:run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5E6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3. Frontend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5E6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datashare_frontend &amp;&amp; npm install &amp;&amp; npm start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5E6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App  →  http://localhost:4200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5E6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API  →  http://localhost:8080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DataShare  ·  Démonstration fonctionnelle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6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200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dans le développement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109728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 IA utilisé en pair-programming : diagnostic (CORS, JWT, change detection), implémentation US07–US10, tests et documentation.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proposition a été revue, testée et intégrée manuellement. L’IA accélère ; la responsabilité du livrable reste humaine.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47548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Voir docs/AI_USAGE.md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DataShare  ·  Démonstration fonctionnelle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32918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D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DataShare — questions &amp; démonstration live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41148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http://localhost:4200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476</Words>
  <Application>Microsoft Office PowerPoint</Application>
  <PresentationFormat>Grand écran</PresentationFormat>
  <Paragraphs>116</Paragraphs>
  <Slides>10</Slides>
  <Notes>10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Consolas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DataShare — Démonstration fonctionnelle</dc:title>
  <dc:subject>PptxGenJS Presentation</dc:subject>
  <dc:creator>DataShare</dc:creator>
  <cp:lastModifiedBy>karim MEHENNI</cp:lastModifiedBy>
  <cp:revision>3</cp:revision>
  <dcterms:created xsi:type="dcterms:W3CDTF">2026-08-11T14:37:34Z</dcterms:created>
  <dcterms:modified xsi:type="dcterms:W3CDTF">2026-08-12T13:31:18Z</dcterms:modified>
</cp:coreProperties>
</file>